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CE35D-4989-4720-AA9E-0B117EC8361D}" v="29" dt="2026-02-27T22:58:36.797"/>
    <p1510:client id="{AA91AF2A-39E1-4D67-B46D-0C9C0B14DD9E}" v="59" dt="2026-02-27T05:09:20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, Wenxiang" userId="d138f06a-6a01-4e29-85e1-6ed07ce5361e" providerId="ADAL" clId="{14044101-B580-4E94-BFAD-619AE120DB96}"/>
    <pc:docChg chg="custSel addSld modSld">
      <pc:chgData name="Ying, Wenxiang" userId="d138f06a-6a01-4e29-85e1-6ed07ce5361e" providerId="ADAL" clId="{14044101-B580-4E94-BFAD-619AE120DB96}" dt="2026-02-27T22:58:39.903" v="75" actId="1076"/>
      <pc:docMkLst>
        <pc:docMk/>
      </pc:docMkLst>
      <pc:sldChg chg="addSp delSp modSp new mod modClrScheme chgLayout">
        <pc:chgData name="Ying, Wenxiang" userId="d138f06a-6a01-4e29-85e1-6ed07ce5361e" providerId="ADAL" clId="{14044101-B580-4E94-BFAD-619AE120DB96}" dt="2026-02-27T22:58:39.903" v="75" actId="1076"/>
        <pc:sldMkLst>
          <pc:docMk/>
          <pc:sldMk cId="1635743172" sldId="256"/>
        </pc:sldMkLst>
        <pc:spChg chg="del">
          <ac:chgData name="Ying, Wenxiang" userId="d138f06a-6a01-4e29-85e1-6ed07ce5361e" providerId="ADAL" clId="{14044101-B580-4E94-BFAD-619AE120DB96}" dt="2026-02-27T05:05:52.895" v="1" actId="700"/>
          <ac:spMkLst>
            <pc:docMk/>
            <pc:sldMk cId="1635743172" sldId="256"/>
            <ac:spMk id="2" creationId="{EF8F2395-B3C9-9DD0-102A-8C2640F1BBEE}"/>
          </ac:spMkLst>
        </pc:spChg>
        <pc:spChg chg="del">
          <ac:chgData name="Ying, Wenxiang" userId="d138f06a-6a01-4e29-85e1-6ed07ce5361e" providerId="ADAL" clId="{14044101-B580-4E94-BFAD-619AE120DB96}" dt="2026-02-27T05:05:52.895" v="1" actId="700"/>
          <ac:spMkLst>
            <pc:docMk/>
            <pc:sldMk cId="1635743172" sldId="256"/>
            <ac:spMk id="3" creationId="{2D6D6CC6-F148-21C4-AD6C-C9C98ADA9790}"/>
          </ac:spMkLst>
        </pc:spChg>
        <pc:picChg chg="del mod">
          <ac:chgData name="Ying, Wenxiang" userId="d138f06a-6a01-4e29-85e1-6ed07ce5361e" providerId="ADAL" clId="{14044101-B580-4E94-BFAD-619AE120DB96}" dt="2026-02-27T22:58:36.796" v="72" actId="478"/>
          <ac:picMkLst>
            <pc:docMk/>
            <pc:sldMk cId="1635743172" sldId="256"/>
            <ac:picMk id="3" creationId="{2C06510C-7F46-FF33-5ADC-87D5D08B5360}"/>
          </ac:picMkLst>
        </pc:picChg>
        <pc:picChg chg="mod">
          <ac:chgData name="Ying, Wenxiang" userId="d138f06a-6a01-4e29-85e1-6ed07ce5361e" providerId="ADAL" clId="{14044101-B580-4E94-BFAD-619AE120DB96}" dt="2026-02-27T05:06:22.091" v="10" actId="1076"/>
          <ac:picMkLst>
            <pc:docMk/>
            <pc:sldMk cId="1635743172" sldId="256"/>
            <ac:picMk id="5" creationId="{39AC7639-21A1-FD2B-EEA1-DF1F7302A7C3}"/>
          </ac:picMkLst>
        </pc:picChg>
        <pc:picChg chg="mod ord">
          <ac:chgData name="Ying, Wenxiang" userId="d138f06a-6a01-4e29-85e1-6ed07ce5361e" providerId="ADAL" clId="{14044101-B580-4E94-BFAD-619AE120DB96}" dt="2026-02-27T22:58:39.903" v="75" actId="1076"/>
          <ac:picMkLst>
            <pc:docMk/>
            <pc:sldMk cId="1635743172" sldId="256"/>
            <ac:picMk id="6" creationId="{70CA3C6A-D1C0-20F1-FC36-85A22C8C30C1}"/>
          </ac:picMkLst>
        </pc:picChg>
        <pc:picChg chg="add del mod">
          <ac:chgData name="Ying, Wenxiang" userId="d138f06a-6a01-4e29-85e1-6ed07ce5361e" providerId="ADAL" clId="{14044101-B580-4E94-BFAD-619AE120DB96}" dt="2026-02-27T05:08:29.404" v="24" actId="478"/>
          <ac:picMkLst>
            <pc:docMk/>
            <pc:sldMk cId="1635743172" sldId="256"/>
            <ac:picMk id="6" creationId="{B5B39863-5BA4-F07D-04D6-E30921C96C60}"/>
          </ac:picMkLst>
        </pc:picChg>
        <pc:picChg chg="del mod ord">
          <ac:chgData name="Ying, Wenxiang" userId="d138f06a-6a01-4e29-85e1-6ed07ce5361e" providerId="ADAL" clId="{14044101-B580-4E94-BFAD-619AE120DB96}" dt="2026-02-27T05:09:08.349" v="39" actId="478"/>
          <ac:picMkLst>
            <pc:docMk/>
            <pc:sldMk cId="1635743172" sldId="256"/>
            <ac:picMk id="8" creationId="{5AA0310D-BBA0-A5A8-0174-8A79073E83CB}"/>
          </ac:picMkLst>
        </pc:picChg>
        <pc:picChg chg="mod ord">
          <ac:chgData name="Ying, Wenxiang" userId="d138f06a-6a01-4e29-85e1-6ed07ce5361e" providerId="ADAL" clId="{14044101-B580-4E94-BFAD-619AE120DB96}" dt="2026-02-27T05:09:10.508" v="42" actId="1076"/>
          <ac:picMkLst>
            <pc:docMk/>
            <pc:sldMk cId="1635743172" sldId="256"/>
            <ac:picMk id="10" creationId="{B57E2831-AD10-8E8F-9411-A537529F47DB}"/>
          </ac:picMkLst>
        </pc:picChg>
        <pc:picChg chg="mod">
          <ac:chgData name="Ying, Wenxiang" userId="d138f06a-6a01-4e29-85e1-6ed07ce5361e" providerId="ADAL" clId="{14044101-B580-4E94-BFAD-619AE120DB96}" dt="2026-02-27T05:09:22.775" v="51" actId="1076"/>
          <ac:picMkLst>
            <pc:docMk/>
            <pc:sldMk cId="1635743172" sldId="256"/>
            <ac:picMk id="12" creationId="{5B0D933B-426F-7CDB-611E-5A1B4426DA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03164-3642-D3B3-7C15-6ABC6ED34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E73A33-39C2-36A6-6654-F9518D7CC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25FC8-D7C8-3F13-5CAC-51D2A9C0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25C6F4-EDAF-AD0E-C0F8-75450A55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042BC-15BC-BD74-2FF6-0F4332CC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8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378A7-6E77-7028-290D-75BE3A41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166AF-F6B7-3392-6B47-ADD033499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A4FB2-EEB1-A41C-2485-2E8EA5C4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FA5BE-254E-0A9D-21A5-70057C11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E3B14-CAC9-CCCF-53C7-8C700159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A29D7-6380-520E-F982-68D66449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0A8BC-5E37-B023-974B-AD2E0CCD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4B754-6793-280D-2207-EDCD2FD2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777689-C734-839E-CA05-D3F14216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5B614-7331-7D7F-67CC-9F430C74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0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72283-79B5-F9FA-49B1-4FF49E19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DBD81D-A232-3512-B28C-50512B928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57A5F0-DDBE-563C-0888-8E6E4D1C8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99BB69-E540-D6CD-E2B3-670F807E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17EF4-261B-A964-839A-782C2C8A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9B4249-BC61-2B68-CB38-15884551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6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A2FA3-AACD-A7F3-E422-F220B845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A8A488-A583-15DC-61B9-B46D8C9A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00CEEF-C54B-1279-24EE-FA8F1B078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54E91C-1728-4AB6-7F57-B570F7F25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6F2B02-0291-67F9-38B8-874BAC34E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380537-614F-E9DE-CE2C-6EBB6BCD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2822A0-E43C-0B48-8B00-9D121637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8BD70B-2307-3A9C-5874-A5EDBAEF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59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828B7-1C9C-E2CF-7778-701437F5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3E5369-196D-2B13-CEEC-D64008A4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16BB7C-E33A-8514-C498-6467762F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F2205A-A50F-2BD6-30DD-ECF868B9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01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20F63F-F56F-724F-626F-433A9BB7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4EFCCC-4BE8-8F2F-5770-6EDB5CBB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20D76-3691-83B5-C9F8-0DD69666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49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9C33B-F972-65F4-2663-E6FF09BF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A36B8-946A-5351-F557-2A5305B34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028F14-BA48-4A1B-BD5D-ADCE61229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0D4660-7EA6-D3D0-A4C8-E8B8BD6D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80C75D-531C-953E-4228-C983400D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70E8C7-08C2-1CB6-C0E5-B2A7B1E1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95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6F18D-E663-15B0-45FD-DBE39482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0DF7C2-4FD1-D010-8777-C2E1888F1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6416B1-6A3C-7EC6-B8E2-B991EDD43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90CC1E-EC9A-21CB-2FD9-020EA99C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6D3DE-60CE-D78E-F9FE-379DF9AC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D0B75-6258-F6F9-5749-E4A725B9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5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3D134-3744-5C0D-8EFB-B4AA4080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BB80A2-897E-BC12-BD55-7B08FBD41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E94BAB-4327-FFFD-E25C-C065CF1E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E7C78-7CF1-540D-2660-B40FC4C3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E6AD5-3A71-0126-CC3C-E8C93289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70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B5259E-F6CB-48D6-E593-10EEAF6B0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DB4590-AC8A-249F-320D-897A0C5FD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4084CD-300E-9A16-D5FF-0FEEC6AD7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3DF07-0C44-514F-4978-C41AD5F5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D393D-EE6C-EC4F-98F0-76C9C009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86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E7A66F-2FF7-490F-B35D-A2C30440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EB590-1DD9-391E-7B2F-8804F6D71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517C71-DCEB-C614-333E-360F40310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1D592-86D0-4D90-9D1A-EA9D856A82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DA29C-1AAA-51EC-4611-E5D5B8012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8A710-70EB-9B7B-9196-6FDF826B0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FC72A-0790-45E5-BF53-EDB85375F5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23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\documentclass{article}&#10;\usepackage{amsmath}&#10;\pagestyle{empty}&#10;\begin{document}&#10;&#10;\begin{align*}&#10;    |\mathrm{UP}\rangle \langle \mathrm{LP}|&#10;\end{align*}&#10;&#10;&#10;\end{document}" title="IguanaTex Bitmap Display">
            <a:extLst>
              <a:ext uri="{FF2B5EF4-FFF2-40B4-BE49-F238E27FC236}">
                <a16:creationId xmlns:a16="http://schemas.microsoft.com/office/drawing/2014/main" id="{39AC7639-21A1-FD2B-EEA1-DF1F7302A7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28" y="2798618"/>
            <a:ext cx="1359293" cy="35422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\begin{align*}&#10;    |\mathrm{LP}\rangle \langle \mathrm{UP}|&#10;\end{align*}&#10;&#10;&#10;\end{document}" title="IguanaTex Bitmap Display">
            <a:extLst>
              <a:ext uri="{FF2B5EF4-FFF2-40B4-BE49-F238E27FC236}">
                <a16:creationId xmlns:a16="http://schemas.microsoft.com/office/drawing/2014/main" id="{B57E2831-AD10-8E8F-9411-A537529F47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27" y="4084782"/>
            <a:ext cx="1359293" cy="354227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\begin{align*}&#10;    +&#10;\end{align*}&#10;&#10;&#10;\end{document}" title="IguanaTex Bitmap Display">
            <a:extLst>
              <a:ext uri="{FF2B5EF4-FFF2-40B4-BE49-F238E27FC236}">
                <a16:creationId xmlns:a16="http://schemas.microsoft.com/office/drawing/2014/main" id="{5B0D933B-426F-7CDB-611E-5A1B4426DA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074" y="3587791"/>
            <a:ext cx="238997" cy="234729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\begin{align*}&#10;    \omega_\mathrm{UP} - \omega_\mathrm{LP} = \nu&#10;\end{align*}&#10;&#10;&#10;\end{document}" title="IguanaTex Bitmap Display">
            <a:extLst>
              <a:ext uri="{FF2B5EF4-FFF2-40B4-BE49-F238E27FC236}">
                <a16:creationId xmlns:a16="http://schemas.microsoft.com/office/drawing/2014/main" id="{70CA3C6A-D1C0-20F1-FC36-85A22C8C30C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93" y="3429000"/>
            <a:ext cx="2328082" cy="21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431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477.8167"/>
  <p:tag name="LATEXADDIN" val="\documentclass{article}&#10;\usepackage{amsmath}&#10;\pagestyle{empty}&#10;\begin{document}&#10;&#10;\begin{align*}&#10;    |\mathrm{UP}\rangle \langle \mathrm{LP}|&#10;\end{align*}&#10;&#10;&#10;\end{document}"/>
  <p:tag name="IGUANATEXSIZE" val="28"/>
  <p:tag name="IGUANATEXCURSOR" val="140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477.8167"/>
  <p:tag name="LATEXADDIN" val="\documentclass{article}&#10;\usepackage{amsmath}&#10;\pagestyle{empty}&#10;\begin{document}&#10;&#10;\begin{align*}&#10;    |\mathrm{LP}\rangle \langle \mathrm{UP}|&#10;\end{align*}&#10;&#10;&#10;\end{document}"/>
  <p:tag name="IGUANATEXSIZE" val="28"/>
  <p:tag name="IGUANATEXCURSOR" val="100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5115"/>
  <p:tag name="ORIGINALWIDTH" val="84.01173"/>
  <p:tag name="LATEXADDIN" val="\documentclass{article}&#10;\usepackage{amsmath}&#10;\pagestyle{empty}&#10;\begin{document}&#10;&#10;\begin{align*}&#10;    +&#10;\end{align*}&#10;&#10;&#10;\end{document}"/>
  <p:tag name="IGUANATEXSIZE" val="28"/>
  <p:tag name="IGUANATEXCURSOR" val="101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01048"/>
  <p:tag name="ORIGINALWIDTH" val="818.3642"/>
  <p:tag name="LATEXADDIN" val="\documentclass{article}&#10;\usepackage{amsmath}&#10;\pagestyle{empty}&#10;\begin{document}&#10;&#10;\begin{align*}&#10;    \omega_\mathrm{UP} - \omega_\mathrm{LP} = \nu&#10;\end{align*}&#10;&#10;&#10;\end{document}"/>
  <p:tag name="IGUANATEXSIZE" val="28"/>
  <p:tag name="IGUANATEXCURSOR" val="123"/>
  <p:tag name="TRANSPARENCY" val="True"/>
  <p:tag name="LATEXENGINEID" val="1"/>
  <p:tag name="TEMPFOLDER" val="C:\Users\Wenxiang Ying\Documents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Ying, Wenxiang</dc:creator>
  <cp:lastModifiedBy>Ying, Wenxiang</cp:lastModifiedBy>
  <cp:revision>1</cp:revision>
  <dcterms:created xsi:type="dcterms:W3CDTF">2026-02-27T05:05:48Z</dcterms:created>
  <dcterms:modified xsi:type="dcterms:W3CDTF">2026-02-27T22:58:41Z</dcterms:modified>
</cp:coreProperties>
</file>